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Ubuntu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buntu-bold.fntdata"/><Relationship Id="rId16" Type="http://schemas.openxmlformats.org/officeDocument/2006/relationships/font" Target="fonts/Ubuntu-regular.fntdata"/><Relationship Id="rId19" Type="http://schemas.openxmlformats.org/officeDocument/2006/relationships/font" Target="fonts/Ubuntu-boldItalic.fntdata"/><Relationship Id="rId18" Type="http://schemas.openxmlformats.org/officeDocument/2006/relationships/font" Target="fonts/Ubuntu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33815cf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33815cf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33815cf3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33815cf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33815cf3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33815cf3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33815cf3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33815cf3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33815cf3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33815cf3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33815cf3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33815cf3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33815cf3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33815cf3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33815cf3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33815cf3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33815cf3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33815cf3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Κοινή Διαχείριση Πόρων σε Επίπεδο Δήμων 	και Πόλεων με Νέες Τεχνολογίες - Smart City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962050" y="2945150"/>
            <a:ext cx="3439200" cy="19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78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Άγγελος Φίκιας - iis23006 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45720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Ιωάννης Τσιρκινίδης - iis23172 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Αλέξανδρος Λαζαρίδης - iis23177 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10">
              <a:latin typeface="Ubuntu"/>
              <a:ea typeface="Ubuntu"/>
              <a:cs typeface="Ubuntu"/>
              <a:sym typeface="Ubuntu"/>
            </a:endParaRPr>
          </a:p>
          <a:p>
            <a:pPr indent="-31178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10"/>
              <a:buFont typeface="Ubuntu"/>
              <a:buChar char="●"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Βάιος Παλιούρας - iis23188 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Προβλημα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4962050" y="2945150"/>
            <a:ext cx="3439200" cy="19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….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Χρηστες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47" name="Google Shape;147;p15"/>
          <p:cNvSpPr txBox="1"/>
          <p:nvPr>
            <p:ph idx="1" type="subTitle"/>
          </p:nvPr>
        </p:nvSpPr>
        <p:spPr>
          <a:xfrm>
            <a:off x="4962050" y="2945150"/>
            <a:ext cx="3439200" cy="19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….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Απαιτησεις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53" name="Google Shape;153;p16"/>
          <p:cNvSpPr txBox="1"/>
          <p:nvPr>
            <p:ph idx="1" type="subTitle"/>
          </p:nvPr>
        </p:nvSpPr>
        <p:spPr>
          <a:xfrm>
            <a:off x="4962050" y="2945150"/>
            <a:ext cx="3439200" cy="19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….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Περιορισμοι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59" name="Google Shape;159;p17"/>
          <p:cNvSpPr txBox="1"/>
          <p:nvPr>
            <p:ph idx="1" type="subTitle"/>
          </p:nvPr>
        </p:nvSpPr>
        <p:spPr>
          <a:xfrm>
            <a:off x="4962050" y="2945150"/>
            <a:ext cx="3439200" cy="19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….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Αναλυση Τρεχουσας Καταστασης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5" name="Google Shape;165;p18"/>
          <p:cNvSpPr txBox="1"/>
          <p:nvPr>
            <p:ph idx="1" type="subTitle"/>
          </p:nvPr>
        </p:nvSpPr>
        <p:spPr>
          <a:xfrm>
            <a:off x="4962050" y="2945150"/>
            <a:ext cx="3439200" cy="19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….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Root Cause &amp; SWOT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71" name="Google Shape;171;p19"/>
          <p:cNvSpPr txBox="1"/>
          <p:nvPr>
            <p:ph idx="1" type="subTitle"/>
          </p:nvPr>
        </p:nvSpPr>
        <p:spPr>
          <a:xfrm>
            <a:off x="4962050" y="2945150"/>
            <a:ext cx="3439200" cy="19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….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SMART &amp; KPIs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77" name="Google Shape;177;p20"/>
          <p:cNvSpPr txBox="1"/>
          <p:nvPr>
            <p:ph idx="1" type="subTitle"/>
          </p:nvPr>
        </p:nvSpPr>
        <p:spPr>
          <a:xfrm>
            <a:off x="4962050" y="2945150"/>
            <a:ext cx="3439200" cy="19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….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Κριτηρια Αποδοχης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3" name="Google Shape;183;p21"/>
          <p:cNvSpPr txBox="1"/>
          <p:nvPr>
            <p:ph idx="1" type="subTitle"/>
          </p:nvPr>
        </p:nvSpPr>
        <p:spPr>
          <a:xfrm>
            <a:off x="4962050" y="2945150"/>
            <a:ext cx="3439200" cy="19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….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ctrTitle"/>
          </p:nvPr>
        </p:nvSpPr>
        <p:spPr>
          <a:xfrm>
            <a:off x="2894200" y="56800"/>
            <a:ext cx="5784300" cy="20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00">
                <a:latin typeface="Ubuntu"/>
                <a:ea typeface="Ubuntu"/>
                <a:cs typeface="Ubuntu"/>
                <a:sym typeface="Ubuntu"/>
              </a:rPr>
              <a:t>Smart City - RMS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9" name="Google Shape;189;p22"/>
          <p:cNvSpPr txBox="1"/>
          <p:nvPr>
            <p:ph idx="1" type="subTitle"/>
          </p:nvPr>
        </p:nvSpPr>
        <p:spPr>
          <a:xfrm>
            <a:off x="4962050" y="2945150"/>
            <a:ext cx="3439200" cy="19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310">
                <a:latin typeface="Ubuntu"/>
                <a:ea typeface="Ubuntu"/>
                <a:cs typeface="Ubuntu"/>
                <a:sym typeface="Ubuntu"/>
              </a:rPr>
              <a:t>….</a:t>
            </a:r>
            <a:endParaRPr sz="131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